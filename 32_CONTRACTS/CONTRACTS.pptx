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Contracts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OPTIMUM | Category: CHIP_QUANTIZATION</a:t>
            </a:r>
          </a:p>
          <a:p>
            <a:r>
              <a:rPr sz="1400"/>
              <a:t>Upstream: https://github.com/huggingface/optimum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contracts for the Anticloud integration of OPTIMUM.</a:t>
            </a:r>
          </a:p>
          <a:p>
            <a:r>
              <a:rPr sz="1400"/>
              <a:t>Neural network optimization for hardware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OPTIMUM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